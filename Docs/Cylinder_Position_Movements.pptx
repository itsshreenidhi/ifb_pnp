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49baf916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49baf91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49baf91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49baf91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49baf916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49baf91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49baf916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49baf916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9baf916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9baf916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49baf916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49baf91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49baf916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49baf916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49baf916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49baf916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49baf916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49baf916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1950"/>
            <a:ext cx="8839201" cy="45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675150" y="614650"/>
            <a:ext cx="33678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MGPKFM25-10(0_0) =0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7675" y="287875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Position-1 Initial Condition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4106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610000" y="152400"/>
            <a:ext cx="33816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23700" y="3319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Position-2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81640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812050" y="207175"/>
            <a:ext cx="3389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CQ2A40-150DCMZ(0_0)_2=147.5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11750" y="32455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Position-3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896200" y="152400"/>
            <a:ext cx="3095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CQ2A40-150DCMZ(0_0)_2=147.5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28300" y="2512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81640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5812050" y="207175"/>
            <a:ext cx="3389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CQ2A40-150DCMZ(0_0)_2=147.5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45725" y="2952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587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5918100" y="152400"/>
            <a:ext cx="30735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=2.5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04400" y="2732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7316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669375" y="152400"/>
            <a:ext cx="2956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=2.5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294350" y="30255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Position-7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587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5918100" y="152400"/>
            <a:ext cx="30735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CQ2A40-150DCMZ(0_0)_1 =2.5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235650" y="1558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Position-8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41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5558400" y="152400"/>
            <a:ext cx="3433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MGPKFM25-10(0_0) =10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265000" y="280525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1950"/>
            <a:ext cx="8839201" cy="45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5675150" y="614650"/>
            <a:ext cx="33678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CQ2A40-150DCMZ(0_0)_1 =150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CQ2A40-150DCMZ(0_0)_2=0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MGPKFM25-10(0_0) =0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132950" y="133800"/>
            <a:ext cx="4226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Position-10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Back to Initial Condition 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